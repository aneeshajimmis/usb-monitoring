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5" r:id="rId6"/>
    <p:sldId id="267" r:id="rId7"/>
    <p:sldId id="264" r:id="rId8"/>
    <p:sldId id="263" r:id="rId9"/>
    <p:sldId id="262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68"/>
    <p:restoredTop sz="94724"/>
  </p:normalViewPr>
  <p:slideViewPr>
    <p:cSldViewPr snapToGrid="0">
      <p:cViewPr varScale="1">
        <p:scale>
          <a:sx n="65" d="100"/>
          <a:sy n="65" d="100"/>
        </p:scale>
        <p:origin x="22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EDB9D-4F81-D74D-994B-67627A4CCFE8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A7981-656D-C34E-9AA3-159968D0D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2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77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3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0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80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9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53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14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51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1FF1EC-252A-D143-9B2B-518EC4643A17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38A08FA-B287-884F-B5E1-096159E60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03EF-462E-A2E8-EB0B-C72335FC5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509776"/>
            <a:ext cx="8991600" cy="1645920"/>
          </a:xfrm>
        </p:spPr>
        <p:txBody>
          <a:bodyPr>
            <a:noAutofit/>
          </a:bodyPr>
          <a:lstStyle/>
          <a:p>
            <a:br>
              <a:rPr lang="en-US" sz="4400" b="1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400" b="1">
                <a:latin typeface="Calibri" pitchFamily="34" charset="0"/>
                <a:ea typeface="Calibri" pitchFamily="34" charset="-122"/>
                <a:cs typeface="Calibri" pitchFamily="34" charset="-120"/>
              </a:rPr>
              <a:t>USB Device Control &amp;</a:t>
            </a:r>
            <a:br>
              <a:rPr lang="en-US" sz="4400"/>
            </a:br>
            <a:r>
              <a:rPr lang="en-US" sz="4400" b="1"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Framework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EF51F-70A2-E894-6D76-DDDB10F968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Aneesha Jimmis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Cybersecurity Internship Project</a:t>
            </a:r>
            <a:endParaRPr lang="en-US" sz="2400">
              <a:solidFill>
                <a:schemeClr val="bg1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2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7F29-4DB9-05F5-9D67-30A43EE9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216" y="523613"/>
            <a:ext cx="7729728" cy="736227"/>
          </a:xfrm>
        </p:spPr>
        <p:txBody>
          <a:bodyPr>
            <a:normAutofit fontScale="90000"/>
          </a:bodyPr>
          <a:lstStyle/>
          <a:p>
            <a:pPr algn="l"/>
            <a:br>
              <a:rPr lang="en-US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0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944DB-CDAE-77F4-4A43-FF454C17A0C9}"/>
              </a:ext>
            </a:extLst>
          </p:cNvPr>
          <p:cNvSpPr txBox="1"/>
          <p:nvPr/>
        </p:nvSpPr>
        <p:spPr>
          <a:xfrm>
            <a:off x="1093216" y="1991360"/>
            <a:ext cx="7729728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Detect USB devices in real-time on connect and disconnect events</a:t>
            </a:r>
            <a:endParaRPr 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Extract Vendor ID, Product ID, and Serial Number for device fingerprinting</a:t>
            </a:r>
            <a:endParaRPr 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Verify devices against an allowlist — authorize or flag unknown devices</a:t>
            </a:r>
            <a:endParaRPr 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Monitor file creation, modification, and deletion in USB storage directories</a:t>
            </a:r>
            <a:endParaRPr 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SHA256 hashes for all monitored files to ensure integrity</a:t>
            </a:r>
            <a:endParaRPr 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Produce timestamped audit logs and generate TXT security reports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7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4725-D743-0C4B-EB24-A819AE58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D8FB-7F61-3E9B-A946-E9C1EB94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216" y="523613"/>
            <a:ext cx="7729728" cy="736227"/>
          </a:xfrm>
        </p:spPr>
        <p:txBody>
          <a:bodyPr>
            <a:normAutofit fontScale="90000"/>
          </a:bodyPr>
          <a:lstStyle/>
          <a:p>
            <a:pPr algn="l"/>
            <a:br>
              <a:rPr lang="en-US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0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br>
              <a:rPr lang="en-US" sz="4000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0540D-349D-3AA0-F096-8E32326C774E}"/>
              </a:ext>
            </a:extLst>
          </p:cNvPr>
          <p:cNvSpPr txBox="1"/>
          <p:nvPr/>
        </p:nvSpPr>
        <p:spPr>
          <a:xfrm>
            <a:off x="1093216" y="1502688"/>
            <a:ext cx="7729728" cy="5078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Main scripting language for all modules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Pyudev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USB Monitoring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USB event detection via netlink</a:t>
            </a:r>
            <a:endParaRPr lang="en-US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File Monitoring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event handler for USB directory</a:t>
            </a:r>
            <a:endParaRPr lang="en-US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SHA256 hash generation for file auditing</a:t>
            </a:r>
            <a:endParaRPr lang="en-US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 logging to usb_audit.log</a:t>
            </a:r>
            <a:endParaRPr lang="en-US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/>
          </a:p>
          <a:p>
            <a:pPr marL="742950" lvl="1" indent="-285750">
              <a:buFont typeface="Wingdings" pitchFamily="2" charset="2"/>
              <a:buChar char="§"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inside VirtualBox on macOS host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74320"/>
            <a:ext cx="7602772" cy="9448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365760" y="1524000"/>
            <a:ext cx="1950720" cy="1219200"/>
          </a:xfrm>
          <a:prstGeom prst="roundRect">
            <a:avLst>
              <a:gd name="adj" fmla="val 10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24000"/>
            <a:ext cx="19507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USB Device Connected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2316480" y="2133600"/>
            <a:ext cx="60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524000"/>
            <a:ext cx="1950720" cy="1219200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24000"/>
            <a:ext cx="19507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USB Detection</a:t>
            </a:r>
            <a:endParaRPr lang="en-US" sz="1333" dirty="0"/>
          </a:p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(pyudev)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511040" y="2133600"/>
            <a:ext cx="60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24000"/>
            <a:ext cx="1950720" cy="1219200"/>
          </a:xfrm>
          <a:prstGeom prst="roundRect">
            <a:avLst>
              <a:gd name="adj" fmla="val 1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24000"/>
            <a:ext cx="19507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33" dirty="0"/>
          </a:p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6705600" y="2133600"/>
            <a:ext cx="60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524000"/>
            <a:ext cx="1950720" cy="1219200"/>
          </a:xfrm>
          <a:prstGeom prst="roundRect">
            <a:avLst>
              <a:gd name="adj" fmla="val 10000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524000"/>
            <a:ext cx="19507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Allowlist</a:t>
            </a:r>
            <a:endParaRPr lang="en-US" sz="1333" dirty="0"/>
          </a:p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8900160" y="2133600"/>
            <a:ext cx="60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1341120"/>
            <a:ext cx="2194560" cy="85344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341120"/>
            <a:ext cx="21945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AUTHORIZED</a:t>
            </a:r>
            <a:endParaRPr lang="en-US" sz="1200" dirty="0"/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Allow + Log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2499360"/>
            <a:ext cx="2194560" cy="853440"/>
          </a:xfrm>
          <a:prstGeom prst="roundRect">
            <a:avLst>
              <a:gd name="adj" fmla="val 14286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FF3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9760" y="2499360"/>
            <a:ext cx="21945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</a:t>
            </a:r>
            <a:endParaRPr lang="en-US" sz="1200" dirty="0"/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Block </a:t>
            </a:r>
            <a:r>
              <a:rPr lang="en-US" sz="1200" b="1">
                <a:latin typeface="Calibri" pitchFamily="34" charset="0"/>
                <a:ea typeface="Calibri" pitchFamily="34" charset="-122"/>
                <a:cs typeface="Calibri" pitchFamily="34" charset="-120"/>
              </a:rPr>
              <a:t>+ log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0" y="4145280"/>
            <a:ext cx="2438400" cy="1097280"/>
          </a:xfrm>
          <a:prstGeom prst="roundRect">
            <a:avLst>
              <a:gd name="adj" fmla="val 11111"/>
            </a:avLst>
          </a:prstGeom>
          <a:solidFill>
            <a:schemeClr val="bg1">
              <a:lumMod val="65000"/>
            </a:scheme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14528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33" dirty="0"/>
          </a:p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(usb_audit.log)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4267200" y="469392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2960" y="4145280"/>
            <a:ext cx="2438400" cy="1097280"/>
          </a:xfrm>
          <a:prstGeom prst="roundRect">
            <a:avLst>
              <a:gd name="adj" fmla="val 11111"/>
            </a:avLst>
          </a:prstGeom>
          <a:solidFill>
            <a:schemeClr val="bg2">
              <a:lumMod val="75000"/>
            </a:scheme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2960" y="414528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File Monitoring</a:t>
            </a:r>
            <a:endParaRPr lang="en-US" sz="1333" dirty="0"/>
          </a:p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(watchdog)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7071360" y="469392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7120" y="4145280"/>
            <a:ext cx="2438400" cy="1097280"/>
          </a:xfrm>
          <a:prstGeom prst="roundRect">
            <a:avLst>
              <a:gd name="adj" fmla="val 11111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7120" y="414528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SHA256 Hashing</a:t>
            </a:r>
            <a:endParaRPr lang="en-US" sz="1333" dirty="0"/>
          </a:p>
          <a:p>
            <a:pPr algn="ctr"/>
            <a:r>
              <a:rPr lang="en-US" sz="1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(hashlib)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4267200" y="5608320"/>
            <a:ext cx="3657600" cy="97536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67200" y="5608320"/>
            <a:ext cx="3657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 (report.txt)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6096000" y="5242560"/>
            <a:ext cx="0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46644A64-4864-52DE-C12D-1DF5AF060557}"/>
              </a:ext>
            </a:extLst>
          </p:cNvPr>
          <p:cNvSpPr/>
          <p:nvPr/>
        </p:nvSpPr>
        <p:spPr>
          <a:xfrm>
            <a:off x="5486400" y="3310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Vendor: 05ac = Apple Inc.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83763F-300D-F96F-66D4-76B9ADF57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831" y="553697"/>
            <a:ext cx="7772400" cy="24578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2F4BB0-2F21-321D-F5D5-9E395E38A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831" y="3220280"/>
            <a:ext cx="7772400" cy="3467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92EB4F-C934-A4D3-8BB4-7F617BA0E1DE}"/>
              </a:ext>
            </a:extLst>
          </p:cNvPr>
          <p:cNvSpPr txBox="1"/>
          <p:nvPr/>
        </p:nvSpPr>
        <p:spPr>
          <a:xfrm>
            <a:off x="219622" y="561029"/>
            <a:ext cx="32401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USB Passthrough Configuration (macOS → Kali Linux VM)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60235E0-BB5D-E158-9268-C300B4995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22" y="1921849"/>
            <a:ext cx="3762657" cy="33227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Connected iPhone to macOS host machine.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Identified the USB device using: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         VBoxManage list usbhost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Retrieved the device UUID, Vendor ID, Product ID, and Serial Number.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Attached the iPhone to the running Kali VM using: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    VBoxManage controlvm "Kali" usbattach &lt;UUID&gt;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Approved the VirtualBox permission request on macOS.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Verified successful detection inside Kali Linux.</a:t>
            </a:r>
          </a:p>
        </p:txBody>
      </p:sp>
    </p:spTree>
    <p:extLst>
      <p:ext uri="{BB962C8B-B14F-4D97-AF65-F5344CB8AC3E}">
        <p14:creationId xmlns:p14="http://schemas.microsoft.com/office/powerpoint/2010/main" val="130969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9282AE-59A2-E2D2-82C9-55ABA5FE9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2" y="1749250"/>
            <a:ext cx="7772400" cy="1389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02E733-DA1C-E36D-8612-7E20ABB10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96" y="3615396"/>
            <a:ext cx="7772400" cy="2902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601AF8-D367-59AB-580F-4D5A1AC80AEE}"/>
              </a:ext>
            </a:extLst>
          </p:cNvPr>
          <p:cNvSpPr txBox="1"/>
          <p:nvPr/>
        </p:nvSpPr>
        <p:spPr>
          <a:xfrm>
            <a:off x="506896" y="599567"/>
            <a:ext cx="53373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/>
              <a:t>System Configuration and Project Files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4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CBF8E1-F82F-BAF0-5FB9-959032A9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13" y="618049"/>
            <a:ext cx="3450534" cy="2981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A56139-7BC7-09D5-D84B-43EB0CB7A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002" y="581905"/>
            <a:ext cx="3492369" cy="30172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7D1536-82F6-F09D-0C60-CF56AA871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191" y="495085"/>
            <a:ext cx="3492369" cy="3017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51A3BF-78E0-B5F0-D59B-7ACC3D705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46" y="3725685"/>
            <a:ext cx="3454036" cy="2984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2874AE-2528-B9B9-FC4C-AABDF264DB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7335" y="3725685"/>
            <a:ext cx="3454036" cy="2984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A29B50-1C66-02E1-B39E-A54BE9B493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357" y="3725684"/>
            <a:ext cx="3454036" cy="29841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9D01F1-F72F-2FEA-E3A4-156EFE1C46A7}"/>
              </a:ext>
            </a:extLst>
          </p:cNvPr>
          <p:cNvSpPr txBox="1"/>
          <p:nvPr/>
        </p:nvSpPr>
        <p:spPr>
          <a:xfrm>
            <a:off x="392687" y="86066"/>
            <a:ext cx="61026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/>
              <a:t>System Configuration and Project Files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9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8A50CE-80E9-EF30-F034-751B87BE0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1" y="1405606"/>
            <a:ext cx="7772400" cy="43313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6C2EBD-6493-60FA-1F55-4E03DBF85676}"/>
              </a:ext>
            </a:extLst>
          </p:cNvPr>
          <p:cNvSpPr txBox="1"/>
          <p:nvPr/>
        </p:nvSpPr>
        <p:spPr>
          <a:xfrm>
            <a:off x="785191" y="453491"/>
            <a:ext cx="61026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/>
              <a:t>System Configuration and Project Files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A54287-259B-136F-FB0C-156BEDBF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71096"/>
            <a:ext cx="5713344" cy="45693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1FA6A0-AB80-5CC5-9327-4CF2E9EE2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56" y="1471096"/>
            <a:ext cx="5501309" cy="4569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42F251-B0D4-C036-B8AA-F5A4C9605988}"/>
              </a:ext>
            </a:extLst>
          </p:cNvPr>
          <p:cNvSpPr txBox="1"/>
          <p:nvPr/>
        </p:nvSpPr>
        <p:spPr>
          <a:xfrm>
            <a:off x="541682" y="488679"/>
            <a:ext cx="61026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/>
              <a:t>System Configuration and Project Files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0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53E04-552B-F116-EDE0-8D0C5C1C6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611" y="978673"/>
            <a:ext cx="7693492" cy="5501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582AC6-C8F4-2962-2CE5-410697DE0502}"/>
              </a:ext>
            </a:extLst>
          </p:cNvPr>
          <p:cNvSpPr txBox="1"/>
          <p:nvPr/>
        </p:nvSpPr>
        <p:spPr>
          <a:xfrm>
            <a:off x="1246715" y="193021"/>
            <a:ext cx="7665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13697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134112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14399" y="1975104"/>
            <a:ext cx="721580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pyudev monitors USB hardware events via Linux kernel netlink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399" y="2706624"/>
            <a:ext cx="8169965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fingerprinting using Vendor ID / Product ID / Serial Number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Allowlist-based endpoint policy enforcement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69664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monitoring with SHA256 hashing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901184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Blue team techniques: insider activity tracking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{C04B3DF5-5102-7D43-A8B5-4A4C2C57D8F9}tf10001120</Template>
  <TotalTime>47</TotalTime>
  <Words>343</Words>
  <Application>Microsoft Macintosh PowerPoint</Application>
  <PresentationFormat>Widescreen</PresentationFormat>
  <Paragraphs>72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Gill Sans MT</vt:lpstr>
      <vt:lpstr>Wingdings</vt:lpstr>
      <vt:lpstr>Parcel</vt:lpstr>
      <vt:lpstr> USB Device Control &amp; Monitoring Framework </vt:lpstr>
      <vt:lpstr> Project Objectives </vt:lpstr>
      <vt:lpstr>  Technologies Used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Aneesha Jimmis</dc:creator>
  <cp:lastModifiedBy>Aneesha Jimmis</cp:lastModifiedBy>
  <cp:revision>1</cp:revision>
  <dcterms:created xsi:type="dcterms:W3CDTF">2026-06-10T11:40:08Z</dcterms:created>
  <dcterms:modified xsi:type="dcterms:W3CDTF">2026-06-10T12:27:16Z</dcterms:modified>
</cp:coreProperties>
</file>